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portada. Sustituir el marco punteado por una captura general de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geoespacial: visor de capas, búsqueda, inspector del predio, corrección de geometría, vistas de Google Maps y evidencia de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analítico: dashboard comercial, registro de suministros y medidores, alertas de consumo, indicadores, reportes y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00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SEDAPAL GIS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514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escritorio para la gestión geoespacial y comercial del servicio de agua en Lima y Callao.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3977640"/>
            <a:ext cx="2331720" cy="384048"/>
          </a:xfrm>
          <a:prstGeom prst="roundRect">
            <a:avLst>
              <a:gd name="adj" fmla="val 47619"/>
            </a:avLst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977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v1.0.8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74920" y="777240"/>
            <a:ext cx="6446520" cy="5303520"/>
          </a:xfrm>
          <a:prstGeom prst="roundRect">
            <a:avLst>
              <a:gd name="adj" fmla="val 862"/>
            </a:avLst>
          </a:prstGeom>
          <a:solidFill>
            <a:srgbClr val="2E3773"/>
          </a:solidFill>
          <a:ln w="15875">
            <a:solidFill>
              <a:srgbClr val="1C7293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576" y="2697480"/>
            <a:ext cx="530352" cy="5303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338328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general de la aplicación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37124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este marco por la imagen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Mapa, catastro e inspección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aplicación hace sobre el territorio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geoespacial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3042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teselas propias y capas de distritos, manzanas, lotes, tuberías, conexiones domiciliarias y suministros.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localización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3042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un suministro por código o NIS, o un lote y manzana del catastro, y centra el mapa en el resultado.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6616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6941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del predio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estado, medidor, dirección, área, perímetro, código predial y CUPCODE del elemento seleccionado.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56616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6941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geometría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Reubicación fina del punto de suministro en pasos de 0.5 m y restablecimiento a su posición oficial.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12064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2486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satelital y de calle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541324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vista satélite o Street View del punto en Google Maps y copia sus coordenadas al portapapeles.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5120640"/>
            <a:ext cx="512064" cy="512064"/>
          </a:xfrm>
          <a:prstGeom prst="ellipse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2486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campo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541324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fotos y videos de supervisión y de planillas asociadas a cada suministro.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7863840" y="63276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SEDAPAL GIS · v1.0.8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Análisis, alertas y reportes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aplicación hace con los datos comerciales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comercial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3042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total y por antigüedad, mayores deudores, pagos del año, facturación y reparto por oficina y zona.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75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Suministros y medidores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3042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filtros por distrito, estado y cliente; edición de datos y ubicación del punto en el mapa.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6616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6941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consumo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caídas abruptas y consumo cero, con filtros por distrito, tipo de cliente y tipo de alerta.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56616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6941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familias: consumo, ubicación, comparativos, eficiencia, riesgo, económicos, predictivos y ESCE.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12064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2486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541324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consumo por suministro y reporte consolidado de cliente y lote, listo para revisión.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2E3773"/>
          </a:solidFill>
          <a:ln w="6350">
            <a:solidFill>
              <a:srgbClr val="2E3773"/>
            </a:solidFill>
            <a:prstDash val="solid"/>
          </a:ln>
          <a:effectLst>
            <a:outerShdw sx="100000" sy="100000" kx="0" ky="0" algn="bl" rotWithShape="0" blurRad="101600" dist="381" dir="5400000">
              <a:srgbClr val="0B122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5120640"/>
            <a:ext cx="512064" cy="512064"/>
          </a:xfrm>
          <a:prstGeom prst="ellipse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2486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5084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541324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escritorio para Windows con inicio de sesión seguro y actualización automática.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7863840" y="63276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SEDAPAL GIS · v1.0.8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SEDAPAL GIS</dc:title>
  <dc:subject>PptxGenJS Presentation</dc:subject>
  <dc:creator>SEDAPAL GIS</dc:creator>
  <cp:lastModifiedBy>SEDAPAL GIS</cp:lastModifiedBy>
  <cp:revision>1</cp:revision>
  <dcterms:created xsi:type="dcterms:W3CDTF">2026-08-31T19:38:25Z</dcterms:created>
  <dcterms:modified xsi:type="dcterms:W3CDTF">2026-08-31T19:38:25Z</dcterms:modified>
</cp:coreProperties>
</file>